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70" r:id="rId5"/>
    <p:sldId id="260" r:id="rId6"/>
    <p:sldId id="261" r:id="rId7"/>
    <p:sldId id="262" r:id="rId8"/>
    <p:sldId id="263" r:id="rId9"/>
    <p:sldId id="271" r:id="rId10"/>
    <p:sldId id="264" r:id="rId11"/>
    <p:sldId id="272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D4BBD6-DAE9-4C1B-A08B-D514E75A9C9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F49594-BDD3-4691-AA6E-1A02F4A6C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79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49594-BDD3-4691-AA6E-1A02F4A6CDB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865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49594-BDD3-4691-AA6E-1A02F4A6CDB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894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49594-BDD3-4691-AA6E-1A02F4A6CDB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757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49594-BDD3-4691-AA6E-1A02F4A6CDB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7223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49594-BDD3-4691-AA6E-1A02F4A6CDB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8115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49594-BDD3-4691-AA6E-1A02F4A6CDB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3644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49594-BDD3-4691-AA6E-1A02F4A6CDB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9308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49594-BDD3-4691-AA6E-1A02F4A6CDB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6605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49594-BDD3-4691-AA6E-1A02F4A6CDB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787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2F1B2-380D-4EB8-92E3-DD0FDC06F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26B45-9BA0-4DA4-A90B-CDD8C5995D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777A3-CDF3-48F9-A3F4-54F4643BA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AE31-E0B6-497E-BA12-80ABE580CEE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FCFDE-4289-4596-B468-33DD8C78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CE78A-EACA-4D6F-9E57-8130D33A0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9D699-C910-4A99-8318-D776BCD08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9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0D643-6FFD-44E9-BBDA-65FF1593A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C080F-3882-4D57-A2D7-F2316B62B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DE219-68BF-48FB-8CF8-9A7E6E6F6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AE31-E0B6-497E-BA12-80ABE580CEE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21851-CE5E-4945-90C0-605797FFF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5A9E2-0B6F-4C15-92C6-193F01FFF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9D699-C910-4A99-8318-D776BCD08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084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97A1D-89E4-4B1C-A7B4-F2819AD15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ACB82-81BB-47AD-BD18-8B603897C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FC6B7-89D8-4AD6-AB50-6082ABBF3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AE31-E0B6-497E-BA12-80ABE580CEE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7F9F6-A663-48D8-81EB-948DB9F7A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C5805-FAE0-4880-A8F9-8B6BA0085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9D699-C910-4A99-8318-D776BCD08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480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48FB9-9543-44A9-BD0E-14E1655ED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FAD80-E4D0-4250-B639-09C8F22F75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C5E95B-D4B5-47D4-AFDC-C10508D72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6F0CA-C26F-4586-AD30-B7244D896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AE31-E0B6-497E-BA12-80ABE580CEE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290921-CE13-4C91-9F42-E81FF87A7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1AB3B-9630-4530-AC44-5A93BA3E9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9D699-C910-4A99-8318-D776BCD08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187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F55B9-19CA-4C4D-AB68-CF9E9E889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E1F55-CDE8-44CB-868F-324CF14AE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6672B4-77E6-4CB1-ADFD-58B8CC0A63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B1CA7A-E3C8-4D6C-B11D-388A67C4D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806E1C-85F6-4948-AA45-C4BA52322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63755F-56CB-48DF-9FD6-B0B1C4CC6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AE31-E0B6-497E-BA12-80ABE580CEE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78E99D-619F-460C-B083-9675D3729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7B8E2A-D8FB-4424-AE0C-B3409C527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9D699-C910-4A99-8318-D776BCD08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893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D4D9F-2206-40CB-8DD7-18D9ECCED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7B8DF7-276C-4C3B-8C9F-8FD2BF88E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AE31-E0B6-497E-BA12-80ABE580CEE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B7B90F-D2CC-49E3-A768-420636399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ECE6F7-D183-4F61-86CE-B0E2B3351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9D699-C910-4A99-8318-D776BCD08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898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B6943C-9D25-4ECB-8418-6A9698987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AE31-E0B6-497E-BA12-80ABE580CEE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0DE951-85EA-4527-8013-E8F39A756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2BC73-CFA5-4ADB-9B54-3D70115B2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9D699-C910-4A99-8318-D776BCD08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9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96D06-FD2A-45FF-B6F6-96E021B97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4E530-1FBC-4E5A-B06F-A82BA17B0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3BC943-9D0F-4589-B1BB-1E3A8BCE1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88536-584E-4B8B-9756-14C9F58E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AE31-E0B6-497E-BA12-80ABE580CEE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CE70C1-F10F-4E04-89FB-B08B5D1DB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FF376A-913C-4A32-8387-20FF08337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9D699-C910-4A99-8318-D776BCD08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269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41DB-D151-4704-9DEF-AD0F46786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6E997D-0A9C-4B01-8326-C8ACD22EBD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A52891-C40F-4113-B5F1-488E76AF7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31082-BC76-40E1-B105-115FE8ADD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AE31-E0B6-497E-BA12-80ABE580CEE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6F24F7-E6F8-4786-AD91-E11157C3F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70BD92-169D-4F69-9619-5A587EC02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9D699-C910-4A99-8318-D776BCD08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970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E58AE-67F3-4A84-B6BE-0588853F2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F6C684-EAFC-47B8-BFC7-DDD2C5798A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81050-2417-4CAD-A79F-F71F3B170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AE31-E0B6-497E-BA12-80ABE580CEE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02AC0-54CE-4137-9C8F-E87D4976D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2643C-3115-4BC0-B191-7A2DCF1B4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9D699-C910-4A99-8318-D776BCD08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42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1BCCE0-0A5A-4593-A6D2-B0C02F2D0A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27B6B3-6913-4D77-8FCD-A5E617617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D9C98-84C1-4BB8-9C59-8D6BBF905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AE31-E0B6-497E-BA12-80ABE580CEE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1294E-926C-4CBB-AF53-02192A2C5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5DAE0-FBD6-41EC-B571-3704B3183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9D699-C910-4A99-8318-D776BCD08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02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C83D57-FA50-4C35-A773-E5410770B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219F8-48DF-49AD-AC6B-B560105C6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DD11F-AB14-443E-8896-9C1DB2B432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19AE31-E0B6-497E-BA12-80ABE580CEE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07812-93E6-4910-AF5D-38196DB58C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3C997-12DA-404B-80BF-2F18D685E9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59D699-C910-4A99-8318-D776BCD08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331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E8899D-383E-4219-B253-5E7A4A25BAF2}"/>
              </a:ext>
            </a:extLst>
          </p:cNvPr>
          <p:cNvSpPr txBox="1"/>
          <p:nvPr/>
        </p:nvSpPr>
        <p:spPr>
          <a:xfrm>
            <a:off x="1291367" y="4604867"/>
            <a:ext cx="985660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 </a:t>
            </a:r>
            <a:r>
              <a:rPr lang="en-US" sz="4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Zaytounah</a:t>
            </a:r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Home &amp; Office Supplies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532483-F605-472C-AF33-EBE881680960}"/>
              </a:ext>
            </a:extLst>
          </p:cNvPr>
          <p:cNvSpPr txBox="1"/>
          <p:nvPr/>
        </p:nvSpPr>
        <p:spPr>
          <a:xfrm>
            <a:off x="3400390" y="5554551"/>
            <a:ext cx="53912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Cool Gear Catalogue - 2025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BDCFB5-D114-4F14-AFD0-A5B765C6A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5825" y="582241"/>
            <a:ext cx="3931921" cy="36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9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90B-F773-435D-89F2-83D4EBF8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411020" cy="1325563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Water Bottles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3BB529-6195-4E51-90EB-D0FEB6B60B6D}"/>
              </a:ext>
            </a:extLst>
          </p:cNvPr>
          <p:cNvSpPr txBox="1"/>
          <p:nvPr/>
        </p:nvSpPr>
        <p:spPr>
          <a:xfrm>
            <a:off x="230448" y="4968338"/>
            <a:ext cx="851175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Code: CG-1769-BE --- Item Desc: </a:t>
            </a:r>
            <a:r>
              <a:rPr lang="en-US" dirty="0" err="1"/>
              <a:t>WaterBtl</a:t>
            </a:r>
            <a:r>
              <a:rPr lang="en-US" dirty="0"/>
              <a:t> 32 OZ GRAVITY W/FREEZER STICK BLUE</a:t>
            </a:r>
          </a:p>
          <a:p>
            <a:r>
              <a:rPr lang="en-US" dirty="0"/>
              <a:t>Item Code: CG-1769-PE --- Item Desc: </a:t>
            </a:r>
            <a:r>
              <a:rPr lang="en-US" dirty="0" err="1"/>
              <a:t>WaterBtl</a:t>
            </a:r>
            <a:r>
              <a:rPr lang="en-US" dirty="0"/>
              <a:t> 32 OZ GRAVITY W/FREEZER STICK PURPLE</a:t>
            </a:r>
          </a:p>
          <a:p>
            <a:r>
              <a:rPr lang="en-US" dirty="0"/>
              <a:t>Item Code: CG-1769-TE --- Item Desc: </a:t>
            </a:r>
            <a:r>
              <a:rPr lang="en-US" dirty="0" err="1"/>
              <a:t>WaterBtl</a:t>
            </a:r>
            <a:r>
              <a:rPr lang="en-US" dirty="0"/>
              <a:t> 32 OZ GRAVITY W/FREEZER STICK TEAL</a:t>
            </a:r>
          </a:p>
          <a:p>
            <a:r>
              <a:rPr lang="en-US" dirty="0"/>
              <a:t>Item Code: CG-1769-PK --- Item Dec: </a:t>
            </a:r>
            <a:r>
              <a:rPr lang="en-US" dirty="0" err="1"/>
              <a:t>WaterBtl</a:t>
            </a:r>
            <a:r>
              <a:rPr lang="en-US" dirty="0"/>
              <a:t> 32 OZ GRAVITY W/FREEZER STICK PINK</a:t>
            </a:r>
          </a:p>
          <a:p>
            <a:r>
              <a:rPr lang="en-US" dirty="0"/>
              <a:t>VAT: 16%</a:t>
            </a:r>
          </a:p>
          <a:p>
            <a:r>
              <a:rPr lang="en-US" dirty="0"/>
              <a:t>RP: 12.25 JD’s (inc VAT)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B7686E-E39A-4674-A918-3AFF1DE93D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664" t="3791" r="31463" b="2366"/>
          <a:stretch/>
        </p:blipFill>
        <p:spPr>
          <a:xfrm>
            <a:off x="8340503" y="273060"/>
            <a:ext cx="1798380" cy="44561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A5CDA5-52F4-40C6-90B0-5A55D926CD3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695" t="8972" r="27929"/>
          <a:stretch/>
        </p:blipFill>
        <p:spPr>
          <a:xfrm>
            <a:off x="10237191" y="365066"/>
            <a:ext cx="1946017" cy="41989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7B9D7B-885A-4162-BC55-3FBF9614A44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228" t="1" r="24935" b="1852"/>
          <a:stretch/>
        </p:blipFill>
        <p:spPr>
          <a:xfrm>
            <a:off x="6338569" y="360612"/>
            <a:ext cx="2086559" cy="42810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F6C8CFA-BC2B-4118-A284-BB40822F8BE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5482" t="-1" r="27172" b="-3190"/>
          <a:stretch/>
        </p:blipFill>
        <p:spPr>
          <a:xfrm>
            <a:off x="4335694" y="385181"/>
            <a:ext cx="1901098" cy="41891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8DF833-53E5-48B4-902A-DE003EAC34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5136" y="1726459"/>
            <a:ext cx="1438781" cy="142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382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90B-F773-435D-89F2-83D4EBF8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411020" cy="1325563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Water Bottles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3BB529-6195-4E51-90EB-D0FEB6B60B6D}"/>
              </a:ext>
            </a:extLst>
          </p:cNvPr>
          <p:cNvSpPr txBox="1"/>
          <p:nvPr/>
        </p:nvSpPr>
        <p:spPr>
          <a:xfrm>
            <a:off x="230448" y="4968338"/>
            <a:ext cx="784516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Code: CG-2082-BE-2 --- Item Desc: </a:t>
            </a:r>
            <a:r>
              <a:rPr lang="en-US" dirty="0" err="1"/>
              <a:t>WaterBtl</a:t>
            </a:r>
            <a:r>
              <a:rPr lang="en-US" dirty="0"/>
              <a:t> 14 OZ PALOMA / Blue Sharks</a:t>
            </a:r>
          </a:p>
          <a:p>
            <a:r>
              <a:rPr lang="en-US" dirty="0"/>
              <a:t>Item Code: CG-2082-GN-2--- Item Desc: </a:t>
            </a:r>
            <a:r>
              <a:rPr lang="nl-NL" dirty="0"/>
              <a:t>WaterBtl 14 OZ PALOMA / Green Monster</a:t>
            </a:r>
            <a:endParaRPr lang="en-US" dirty="0"/>
          </a:p>
          <a:p>
            <a:r>
              <a:rPr lang="en-US" dirty="0"/>
              <a:t>Item Code: CG-2082-PK-2 --- Item Desc: </a:t>
            </a:r>
            <a:r>
              <a:rPr lang="en-US" dirty="0" err="1"/>
              <a:t>WaterBtl</a:t>
            </a:r>
            <a:r>
              <a:rPr lang="en-US" dirty="0"/>
              <a:t> 14 OZ PALOMA / Pink Unicorn</a:t>
            </a:r>
          </a:p>
          <a:p>
            <a:r>
              <a:rPr lang="en-US" dirty="0"/>
              <a:t>VAT: 16%</a:t>
            </a:r>
          </a:p>
          <a:p>
            <a:r>
              <a:rPr lang="en-US" dirty="0"/>
              <a:t>RP: 7.00 JD’s (inc VAT)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E9C7D9-9917-42C8-BB69-A39014E8CE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773" r="26110" b="2206"/>
          <a:stretch/>
        </p:blipFill>
        <p:spPr>
          <a:xfrm>
            <a:off x="3667873" y="217409"/>
            <a:ext cx="2047985" cy="40775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1A815F-24DA-49A1-9330-4AA91DCC71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619" r="24398" b="1305"/>
          <a:stretch/>
        </p:blipFill>
        <p:spPr>
          <a:xfrm>
            <a:off x="6476143" y="212115"/>
            <a:ext cx="2411003" cy="41759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10D48C-ACA4-4C4E-B7EF-EDB77E231AF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058" t="1414" r="27047"/>
          <a:stretch/>
        </p:blipFill>
        <p:spPr>
          <a:xfrm>
            <a:off x="9236466" y="354556"/>
            <a:ext cx="2506895" cy="450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577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90B-F773-435D-89F2-83D4EBF8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411020" cy="1325563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Water Bottles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3BB529-6195-4E51-90EB-D0FEB6B60B6D}"/>
              </a:ext>
            </a:extLst>
          </p:cNvPr>
          <p:cNvSpPr txBox="1"/>
          <p:nvPr/>
        </p:nvSpPr>
        <p:spPr>
          <a:xfrm>
            <a:off x="230448" y="4968338"/>
            <a:ext cx="75532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Code: CG-4843-BE --- Item Desc: CG </a:t>
            </a:r>
            <a:r>
              <a:rPr lang="en-US" dirty="0" err="1"/>
              <a:t>WaterBottle</a:t>
            </a:r>
            <a:r>
              <a:rPr lang="en-US" dirty="0"/>
              <a:t> Stainless Bliss 25oz Blue </a:t>
            </a:r>
          </a:p>
          <a:p>
            <a:r>
              <a:rPr lang="en-US" dirty="0"/>
              <a:t>Item Code: CG-4843-PK --- Item Desc: CG </a:t>
            </a:r>
            <a:r>
              <a:rPr lang="en-US" dirty="0" err="1"/>
              <a:t>WaterBottle</a:t>
            </a:r>
            <a:r>
              <a:rPr lang="en-US" dirty="0"/>
              <a:t> Stainless Bliss 25oz Pink </a:t>
            </a:r>
          </a:p>
          <a:p>
            <a:r>
              <a:rPr lang="en-US" dirty="0"/>
              <a:t>VAT: 16%</a:t>
            </a:r>
          </a:p>
          <a:p>
            <a:r>
              <a:rPr lang="en-US" dirty="0"/>
              <a:t>RP: 10.50 (Inc VAT)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3150E9-88A6-41C6-9F0D-F9C8A11F5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455" y="870654"/>
            <a:ext cx="1757055" cy="38758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A7B8C0-1602-4443-9425-4DFD46BA6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3615" y="687759"/>
            <a:ext cx="1603310" cy="48455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56ECD4-6F58-40C4-A11D-973E7A2C1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726" y="1889662"/>
            <a:ext cx="2102895" cy="207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083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90B-F773-435D-89F2-83D4EBF8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411020" cy="1325563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Water Bottles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3BB529-6195-4E51-90EB-D0FEB6B60B6D}"/>
              </a:ext>
            </a:extLst>
          </p:cNvPr>
          <p:cNvSpPr txBox="1"/>
          <p:nvPr/>
        </p:nvSpPr>
        <p:spPr>
          <a:xfrm>
            <a:off x="230448" y="4968338"/>
            <a:ext cx="710803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Code: CG-4845-BE --- Item Desc: </a:t>
            </a:r>
            <a:r>
              <a:rPr lang="en-US" dirty="0" err="1"/>
              <a:t>WaterBtl</a:t>
            </a:r>
            <a:r>
              <a:rPr lang="en-US" dirty="0"/>
              <a:t> Stainless Steel Blue 0.7 L</a:t>
            </a:r>
          </a:p>
          <a:p>
            <a:r>
              <a:rPr lang="en-US" dirty="0"/>
              <a:t>Item Code: CG-4845-BK --- Item Desc: </a:t>
            </a:r>
            <a:r>
              <a:rPr lang="en-US" dirty="0" err="1"/>
              <a:t>WaterBtl</a:t>
            </a:r>
            <a:r>
              <a:rPr lang="en-US" dirty="0"/>
              <a:t> Stainless Steel Black 0.7 L</a:t>
            </a:r>
          </a:p>
          <a:p>
            <a:r>
              <a:rPr lang="en-US" dirty="0"/>
              <a:t>Item Code: CG-4845-PE --- Item Desc: </a:t>
            </a:r>
            <a:r>
              <a:rPr lang="en-US" dirty="0" err="1"/>
              <a:t>WaterBtl</a:t>
            </a:r>
            <a:r>
              <a:rPr lang="en-US" dirty="0"/>
              <a:t> Stainless Steel Purple 0.7 L</a:t>
            </a:r>
          </a:p>
          <a:p>
            <a:r>
              <a:rPr lang="en-US" dirty="0"/>
              <a:t>Item Code: CG-4845-PK --- Item Desc: </a:t>
            </a:r>
            <a:r>
              <a:rPr lang="en-US" dirty="0" err="1"/>
              <a:t>WaterBtl</a:t>
            </a:r>
            <a:r>
              <a:rPr lang="en-US" dirty="0"/>
              <a:t> Stainless Steel Pink 0.7 L</a:t>
            </a:r>
          </a:p>
          <a:p>
            <a:r>
              <a:rPr lang="en-US" dirty="0"/>
              <a:t>VAT: 16%</a:t>
            </a:r>
          </a:p>
          <a:p>
            <a:r>
              <a:rPr lang="en-US" dirty="0"/>
              <a:t>RP: 14.00 JD’s (inc VAT)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BBE657-B729-44A4-93BA-C3767D5B6B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417" t="6712" r="34055"/>
          <a:stretch/>
        </p:blipFill>
        <p:spPr>
          <a:xfrm>
            <a:off x="1047964" y="1371600"/>
            <a:ext cx="1160980" cy="36678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5A3E82-CACF-4DAB-85DA-BE38BCDBDF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951" t="4107" r="33971" b="1"/>
          <a:stretch/>
        </p:blipFill>
        <p:spPr>
          <a:xfrm>
            <a:off x="2702104" y="1325562"/>
            <a:ext cx="1256582" cy="36427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C8A4AE-425F-4837-BF01-071B808DD76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4767" t="13406" r="24992" b="13324"/>
          <a:stretch/>
        </p:blipFill>
        <p:spPr>
          <a:xfrm>
            <a:off x="4528166" y="1371600"/>
            <a:ext cx="996594" cy="33301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371B56-12D6-49AC-9129-1C9D0E7D88A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4931" t="1" r="25331" b="1"/>
          <a:stretch/>
        </p:blipFill>
        <p:spPr>
          <a:xfrm>
            <a:off x="8856323" y="135336"/>
            <a:ext cx="34110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582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90B-F773-435D-89F2-83D4EBF8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411020" cy="1325563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Water Bottles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3BB529-6195-4E51-90EB-D0FEB6B60B6D}"/>
              </a:ext>
            </a:extLst>
          </p:cNvPr>
          <p:cNvSpPr txBox="1"/>
          <p:nvPr/>
        </p:nvSpPr>
        <p:spPr>
          <a:xfrm>
            <a:off x="230448" y="4968338"/>
            <a:ext cx="74787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Code: CG-4932-PK-2 --- Item Desc: </a:t>
            </a:r>
            <a:r>
              <a:rPr lang="en-US" dirty="0" err="1"/>
              <a:t>WaterBtl</a:t>
            </a:r>
            <a:r>
              <a:rPr lang="en-US" dirty="0"/>
              <a:t> 28 OZ CONTOUR SQZ / PINK </a:t>
            </a:r>
          </a:p>
          <a:p>
            <a:r>
              <a:rPr lang="en-US" dirty="0"/>
              <a:t>VAT: 16%</a:t>
            </a:r>
          </a:p>
          <a:p>
            <a:r>
              <a:rPr lang="en-US" dirty="0"/>
              <a:t>RP: 3.50 JD’s (inc VAT)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686298-FB99-42FA-8412-18DC866B8E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185" t="10329" r="33381" b="8173"/>
          <a:stretch/>
        </p:blipFill>
        <p:spPr>
          <a:xfrm>
            <a:off x="9626884" y="402232"/>
            <a:ext cx="2148910" cy="480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999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90B-F773-435D-89F2-83D4EBF8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411020" cy="1325563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Water Bottles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3BB529-6195-4E51-90EB-D0FEB6B60B6D}"/>
              </a:ext>
            </a:extLst>
          </p:cNvPr>
          <p:cNvSpPr txBox="1"/>
          <p:nvPr/>
        </p:nvSpPr>
        <p:spPr>
          <a:xfrm>
            <a:off x="230448" y="4968338"/>
            <a:ext cx="788446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Code: CG-5414-BE --- Item Desc: </a:t>
            </a:r>
            <a:r>
              <a:rPr lang="en-US" dirty="0" err="1"/>
              <a:t>WaterBtl</a:t>
            </a:r>
            <a:r>
              <a:rPr lang="en-US" dirty="0"/>
              <a:t> 16 OZ SPROUT | GRAPHICS Blue </a:t>
            </a:r>
          </a:p>
          <a:p>
            <a:r>
              <a:rPr lang="en-US" dirty="0"/>
              <a:t>Item Code: CG-5414-GN --- Item Desc: </a:t>
            </a:r>
            <a:r>
              <a:rPr lang="en-US" dirty="0" err="1"/>
              <a:t>WaterBtl</a:t>
            </a:r>
            <a:r>
              <a:rPr lang="en-US" dirty="0"/>
              <a:t> 16 OZ SPROUT | GRAPHICS Green </a:t>
            </a:r>
          </a:p>
          <a:p>
            <a:r>
              <a:rPr lang="en-US" dirty="0"/>
              <a:t>Item Code: CG-5414-PE  --- Item Desc: </a:t>
            </a:r>
            <a:r>
              <a:rPr lang="en-US" dirty="0" err="1"/>
              <a:t>WaterBtl</a:t>
            </a:r>
            <a:r>
              <a:rPr lang="en-US" dirty="0"/>
              <a:t> 16 OZ SPROUT | GRAPHICS Purple </a:t>
            </a:r>
          </a:p>
          <a:p>
            <a:r>
              <a:rPr lang="en-US" dirty="0"/>
              <a:t>Item Code: CG-5414-PK  --- Item Desc: </a:t>
            </a:r>
            <a:r>
              <a:rPr lang="en-US" dirty="0" err="1"/>
              <a:t>WaterBtl</a:t>
            </a:r>
            <a:r>
              <a:rPr lang="en-US" dirty="0"/>
              <a:t> 16 OZ SPROUT | GRAPHICS PINK</a:t>
            </a:r>
          </a:p>
          <a:p>
            <a:r>
              <a:rPr lang="en-US" dirty="0"/>
              <a:t>VAT: 16%</a:t>
            </a:r>
          </a:p>
          <a:p>
            <a:r>
              <a:rPr lang="en-US" dirty="0"/>
              <a:t>RP: 6.50 JD’s (inc VAT)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CE8B73-1843-4792-8FC2-DDF344CE75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187" r="1959" b="14308"/>
          <a:stretch/>
        </p:blipFill>
        <p:spPr>
          <a:xfrm>
            <a:off x="5461569" y="339048"/>
            <a:ext cx="6010881" cy="462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672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90B-F773-435D-89F2-83D4EBF8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411020" cy="1325563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Water Bottles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3BB529-6195-4E51-90EB-D0FEB6B60B6D}"/>
              </a:ext>
            </a:extLst>
          </p:cNvPr>
          <p:cNvSpPr txBox="1"/>
          <p:nvPr/>
        </p:nvSpPr>
        <p:spPr>
          <a:xfrm>
            <a:off x="230448" y="4968338"/>
            <a:ext cx="778007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Code: CG-5415-BE  --- Item Desc: </a:t>
            </a:r>
            <a:r>
              <a:rPr lang="en-US" dirty="0" err="1"/>
              <a:t>WaterBtl</a:t>
            </a:r>
            <a:r>
              <a:rPr lang="en-US" dirty="0"/>
              <a:t> 16 OZ SYSTEM KIDS - GAME</a:t>
            </a:r>
          </a:p>
          <a:p>
            <a:r>
              <a:rPr lang="en-US" dirty="0"/>
              <a:t>Item Code: CG-5415-GN  --- Item Desc: </a:t>
            </a:r>
            <a:r>
              <a:rPr lang="en-US" dirty="0" err="1"/>
              <a:t>WaterBtl</a:t>
            </a:r>
            <a:r>
              <a:rPr lang="en-US" dirty="0"/>
              <a:t> 16 OZ SYSTEM KIDS - DINOS </a:t>
            </a:r>
          </a:p>
          <a:p>
            <a:r>
              <a:rPr lang="en-US" dirty="0"/>
              <a:t>Item Code: CG-5415-PK  --- Item Desc: </a:t>
            </a:r>
            <a:r>
              <a:rPr lang="en-US" dirty="0" err="1"/>
              <a:t>WaterBtl</a:t>
            </a:r>
            <a:r>
              <a:rPr lang="en-US" dirty="0"/>
              <a:t> 16 OZ SYSTEM KIDS - UNICORN </a:t>
            </a:r>
          </a:p>
          <a:p>
            <a:r>
              <a:rPr lang="en-US" dirty="0"/>
              <a:t>Item Code: CG-5415-RD  --- Item Desc: </a:t>
            </a:r>
            <a:r>
              <a:rPr lang="en-US" dirty="0" err="1"/>
              <a:t>WaterBtl</a:t>
            </a:r>
            <a:r>
              <a:rPr lang="en-US" dirty="0"/>
              <a:t> 16 OZ SYSTEM KIDS - STARS</a:t>
            </a:r>
          </a:p>
          <a:p>
            <a:r>
              <a:rPr lang="en-US" dirty="0"/>
              <a:t>VAT: 16%</a:t>
            </a:r>
          </a:p>
          <a:p>
            <a:r>
              <a:rPr lang="en-US" dirty="0"/>
              <a:t>RP: 6.50 JD’s (inc VAT)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E70C59-7A02-4F4A-8663-4B193EC07F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818" r="24776"/>
          <a:stretch/>
        </p:blipFill>
        <p:spPr>
          <a:xfrm>
            <a:off x="4650879" y="1229847"/>
            <a:ext cx="1378286" cy="360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B4E180-2AB2-4C4E-B3CC-00A0DE06B7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260" r="24270" b="2614"/>
          <a:stretch/>
        </p:blipFill>
        <p:spPr>
          <a:xfrm>
            <a:off x="2570369" y="1229847"/>
            <a:ext cx="1531726" cy="3606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EEE120-9ABE-4CFF-9970-23EF5B3DDDE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4650" r="22818"/>
          <a:stretch/>
        </p:blipFill>
        <p:spPr>
          <a:xfrm>
            <a:off x="657546" y="1229847"/>
            <a:ext cx="1465519" cy="36064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4FAB8E-3CAA-45B1-848E-8344CA995C6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3494" r="23036"/>
          <a:stretch/>
        </p:blipFill>
        <p:spPr>
          <a:xfrm>
            <a:off x="6407651" y="1325614"/>
            <a:ext cx="1452079" cy="351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189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90B-F773-435D-89F2-83D4EBF8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411020" cy="1325563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Water Bottles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3BB529-6195-4E51-90EB-D0FEB6B60B6D}"/>
              </a:ext>
            </a:extLst>
          </p:cNvPr>
          <p:cNvSpPr txBox="1"/>
          <p:nvPr/>
        </p:nvSpPr>
        <p:spPr>
          <a:xfrm>
            <a:off x="230448" y="4968338"/>
            <a:ext cx="725859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Code: CG-5416-GN  --- Item Desc: CG </a:t>
            </a:r>
            <a:r>
              <a:rPr lang="en-US" dirty="0" err="1"/>
              <a:t>WaterBottle</a:t>
            </a:r>
            <a:r>
              <a:rPr lang="en-US" dirty="0"/>
              <a:t> Taper 14oz Green</a:t>
            </a:r>
          </a:p>
          <a:p>
            <a:r>
              <a:rPr lang="en-US" dirty="0"/>
              <a:t>Item Code: CG-5416-BE  --- Item Desc: CG </a:t>
            </a:r>
            <a:r>
              <a:rPr lang="en-US" dirty="0" err="1"/>
              <a:t>WaterBottle</a:t>
            </a:r>
            <a:r>
              <a:rPr lang="en-US" dirty="0"/>
              <a:t> Taper 14oz Blue  </a:t>
            </a:r>
          </a:p>
          <a:p>
            <a:r>
              <a:rPr lang="en-US" dirty="0"/>
              <a:t>Item Code: CG-5416-OE  --- Item Desc: CG </a:t>
            </a:r>
            <a:r>
              <a:rPr lang="en-US" dirty="0" err="1"/>
              <a:t>WaterBottle</a:t>
            </a:r>
            <a:r>
              <a:rPr lang="en-US" dirty="0"/>
              <a:t> Taper 14oz Orange  </a:t>
            </a:r>
          </a:p>
          <a:p>
            <a:r>
              <a:rPr lang="en-US" dirty="0"/>
              <a:t>Item Code: CG-5416-PK  --- Item Desc: CG </a:t>
            </a:r>
            <a:r>
              <a:rPr lang="en-US" dirty="0" err="1"/>
              <a:t>WaterBottle</a:t>
            </a:r>
            <a:r>
              <a:rPr lang="en-US" dirty="0"/>
              <a:t> Taper 14oz Pink</a:t>
            </a:r>
          </a:p>
          <a:p>
            <a:r>
              <a:rPr lang="en-US" dirty="0"/>
              <a:t>VAT: 16%</a:t>
            </a:r>
          </a:p>
          <a:p>
            <a:r>
              <a:rPr lang="en-US" dirty="0"/>
              <a:t>RP: 6.50 (Inc VAT)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ECEE62-8A9E-47D7-B07E-9A2FB84CF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566" y="825504"/>
            <a:ext cx="6452171" cy="38114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899B738-0E05-412F-88C9-8096B95B8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0576" y="1856271"/>
            <a:ext cx="2339168" cy="230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437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90B-F773-435D-89F2-83D4EBF8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411020" cy="1325563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Water Bottles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3BB529-6195-4E51-90EB-D0FEB6B60B6D}"/>
              </a:ext>
            </a:extLst>
          </p:cNvPr>
          <p:cNvSpPr txBox="1"/>
          <p:nvPr/>
        </p:nvSpPr>
        <p:spPr>
          <a:xfrm>
            <a:off x="230448" y="4968338"/>
            <a:ext cx="770832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Code: CG-7568-BE-2   --- Item Desc: </a:t>
            </a:r>
            <a:r>
              <a:rPr lang="en-US" dirty="0" err="1"/>
              <a:t>WaterBtl</a:t>
            </a:r>
            <a:r>
              <a:rPr lang="en-US" dirty="0"/>
              <a:t> 16 OZ HEXAGON CAGE / BLUE</a:t>
            </a:r>
          </a:p>
          <a:p>
            <a:r>
              <a:rPr lang="en-US" dirty="0"/>
              <a:t>Item Code: CG-7568-RD-2   --- Item Desc: </a:t>
            </a:r>
            <a:r>
              <a:rPr lang="en-US" dirty="0" err="1"/>
              <a:t>WaterBtl</a:t>
            </a:r>
            <a:r>
              <a:rPr lang="en-US" dirty="0"/>
              <a:t> 16 OZ HEXAGON CAGE / RED</a:t>
            </a:r>
          </a:p>
          <a:p>
            <a:r>
              <a:rPr lang="en-US" dirty="0"/>
              <a:t>Item Code: CG-7568-PK-2   --- Item Desc: </a:t>
            </a:r>
            <a:r>
              <a:rPr lang="en-US" dirty="0" err="1"/>
              <a:t>WaterBtl</a:t>
            </a:r>
            <a:r>
              <a:rPr lang="en-US" dirty="0"/>
              <a:t> 16 OZ HEXAGON CAGE / PINK</a:t>
            </a:r>
          </a:p>
          <a:p>
            <a:r>
              <a:rPr lang="en-US" dirty="0"/>
              <a:t>VAT: 16%</a:t>
            </a:r>
          </a:p>
          <a:p>
            <a:r>
              <a:rPr lang="en-US" dirty="0"/>
              <a:t>RP: 8.00 JD’s (inc VAT)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669BB5-7AE9-4E80-8C08-FD4FC6F446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832" r="28217"/>
          <a:stretch/>
        </p:blipFill>
        <p:spPr>
          <a:xfrm>
            <a:off x="4182580" y="283844"/>
            <a:ext cx="1612136" cy="45427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3CB3AF-0890-4038-924D-205E34FF54A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314" r="27735"/>
          <a:stretch/>
        </p:blipFill>
        <p:spPr>
          <a:xfrm>
            <a:off x="6103756" y="283844"/>
            <a:ext cx="1612136" cy="45427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2B7DE2-084D-428C-99F9-1608EA05B8E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5809" r="28239"/>
          <a:stretch/>
        </p:blipFill>
        <p:spPr>
          <a:xfrm>
            <a:off x="9216010" y="876086"/>
            <a:ext cx="1811946" cy="5105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364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90B-F773-435D-89F2-83D4EBF8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411020" cy="1325563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Water Bottles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3BB529-6195-4E51-90EB-D0FEB6B60B6D}"/>
              </a:ext>
            </a:extLst>
          </p:cNvPr>
          <p:cNvSpPr txBox="1"/>
          <p:nvPr/>
        </p:nvSpPr>
        <p:spPr>
          <a:xfrm>
            <a:off x="230448" y="4958064"/>
            <a:ext cx="66878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Code: CG-7569-BE  --- Item Desc: </a:t>
            </a:r>
            <a:r>
              <a:rPr lang="en-US" dirty="0" err="1"/>
              <a:t>WaterBtl</a:t>
            </a:r>
            <a:r>
              <a:rPr lang="en-US" dirty="0"/>
              <a:t> 16 OZ CIRCLES / BLUE</a:t>
            </a:r>
          </a:p>
          <a:p>
            <a:r>
              <a:rPr lang="en-US" dirty="0"/>
              <a:t>Item Code: CG-7569-PK   --- Item Desc: </a:t>
            </a:r>
            <a:r>
              <a:rPr lang="en-US" dirty="0" err="1"/>
              <a:t>WaterBtl</a:t>
            </a:r>
            <a:r>
              <a:rPr lang="en-US" dirty="0"/>
              <a:t> 16 OZ CIRCLES / RED</a:t>
            </a:r>
          </a:p>
          <a:p>
            <a:r>
              <a:rPr lang="en-US" dirty="0"/>
              <a:t>VAT: 16%</a:t>
            </a:r>
          </a:p>
          <a:p>
            <a:r>
              <a:rPr lang="en-US" dirty="0"/>
              <a:t>RP: 8.00 (Inc VAT)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212A3E-3234-4288-95BD-7FC903878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725" y="650141"/>
            <a:ext cx="2167847" cy="39263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00A5631-4006-4096-B137-1EF4982681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592" t="14495" r="-768" b="13869"/>
          <a:stretch/>
        </p:blipFill>
        <p:spPr>
          <a:xfrm>
            <a:off x="9770723" y="969498"/>
            <a:ext cx="1890445" cy="49395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4AF1C3-C2B3-47E3-B191-D250CF4E86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515" y="2008508"/>
            <a:ext cx="2167847" cy="21402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C81B2B-F838-46EF-8354-AC6D056124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2968" y="2266691"/>
            <a:ext cx="1981173" cy="1955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565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90B-F773-435D-89F2-83D4EBF8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411020" cy="1325563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Water Bottles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DAFA8A-5B33-4A23-B26A-C63B3BAECD0F}"/>
              </a:ext>
            </a:extLst>
          </p:cNvPr>
          <p:cNvSpPr txBox="1"/>
          <p:nvPr/>
        </p:nvSpPr>
        <p:spPr>
          <a:xfrm>
            <a:off x="322915" y="4659158"/>
            <a:ext cx="682212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Code: CG-765-BE  --- Item Desc: </a:t>
            </a:r>
            <a:r>
              <a:rPr lang="en-US" dirty="0" err="1"/>
              <a:t>WaterBtl</a:t>
            </a:r>
            <a:r>
              <a:rPr lang="en-US" dirty="0"/>
              <a:t> HORIZON Blue 0.65 L</a:t>
            </a:r>
          </a:p>
          <a:p>
            <a:r>
              <a:rPr lang="en-US" dirty="0"/>
              <a:t>Item Code: CG-765-GN  --- Item Desc: </a:t>
            </a:r>
            <a:r>
              <a:rPr lang="en-US" dirty="0" err="1"/>
              <a:t>WaterBtl</a:t>
            </a:r>
            <a:r>
              <a:rPr lang="en-US" dirty="0"/>
              <a:t> HORIZON Green 0.65 L </a:t>
            </a:r>
          </a:p>
          <a:p>
            <a:r>
              <a:rPr lang="en-US" dirty="0"/>
              <a:t>Item Code: CG-765-PE   --- Item Desc: </a:t>
            </a:r>
            <a:r>
              <a:rPr lang="en-US" dirty="0" err="1"/>
              <a:t>WaterBtl</a:t>
            </a:r>
            <a:r>
              <a:rPr lang="en-US" dirty="0"/>
              <a:t> HORIZON Purple 0.65 L </a:t>
            </a:r>
          </a:p>
          <a:p>
            <a:r>
              <a:rPr lang="en-US" dirty="0"/>
              <a:t>Item Code: CG-765-PK   --- Item Desc: </a:t>
            </a:r>
            <a:r>
              <a:rPr lang="en-US" dirty="0" err="1"/>
              <a:t>WaterBtl</a:t>
            </a:r>
            <a:r>
              <a:rPr lang="en-US" dirty="0"/>
              <a:t> HORIZON Pink 0.65 L</a:t>
            </a:r>
          </a:p>
          <a:p>
            <a:r>
              <a:rPr lang="en-US" dirty="0"/>
              <a:t>VAT: 16%</a:t>
            </a:r>
          </a:p>
          <a:p>
            <a:r>
              <a:rPr lang="en-US" dirty="0"/>
              <a:t>RP: 7.25 JD’s (inc VAT)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79191F-4217-4DA1-AE53-A438CF8B59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t="13483" r="-587" b="15655"/>
          <a:stretch/>
        </p:blipFill>
        <p:spPr>
          <a:xfrm>
            <a:off x="5068156" y="236478"/>
            <a:ext cx="5571094" cy="3924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027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90B-F773-435D-89F2-83D4EBF8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411020" cy="1325563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Water Bottles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DAFA8A-5B33-4A23-B26A-C63B3BAECD0F}"/>
              </a:ext>
            </a:extLst>
          </p:cNvPr>
          <p:cNvSpPr txBox="1"/>
          <p:nvPr/>
        </p:nvSpPr>
        <p:spPr>
          <a:xfrm>
            <a:off x="322915" y="4659158"/>
            <a:ext cx="900208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Code: CG-7666-BE  --- Item Desc: </a:t>
            </a:r>
            <a:r>
              <a:rPr lang="en-US" dirty="0" err="1"/>
              <a:t>WaterBtl</a:t>
            </a:r>
            <a:r>
              <a:rPr lang="en-US" dirty="0"/>
              <a:t> 22 OZ Reform Bottle W/ Graphics &amp; FS BLUE</a:t>
            </a:r>
          </a:p>
          <a:p>
            <a:r>
              <a:rPr lang="en-US" dirty="0"/>
              <a:t>Item Code: CG-7666-LG   --- Item Desc: </a:t>
            </a:r>
            <a:r>
              <a:rPr lang="en-US" dirty="0" err="1"/>
              <a:t>WaterBtl</a:t>
            </a:r>
            <a:r>
              <a:rPr lang="en-US" dirty="0"/>
              <a:t> 22 OZ Reform Bottle W/ Graphics &amp;FS Green </a:t>
            </a:r>
          </a:p>
          <a:p>
            <a:r>
              <a:rPr lang="en-US" dirty="0"/>
              <a:t>Item Code: CG-7666-PK   --- Item Desc: </a:t>
            </a:r>
            <a:r>
              <a:rPr lang="en-US" dirty="0" err="1"/>
              <a:t>WaterBtl</a:t>
            </a:r>
            <a:r>
              <a:rPr lang="en-US" dirty="0"/>
              <a:t> 22 OZ Reform Bottle W/ Graphics &amp; FS PINK </a:t>
            </a:r>
          </a:p>
          <a:p>
            <a:r>
              <a:rPr lang="en-US" dirty="0"/>
              <a:t>VAT: 16%</a:t>
            </a:r>
          </a:p>
          <a:p>
            <a:r>
              <a:rPr lang="en-US" dirty="0"/>
              <a:t>RP: 3.50 JD’s (inc VAT)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07F8F5-B104-47E7-9FAA-A1820F4684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629" r="4956" b="15356"/>
          <a:stretch/>
        </p:blipFill>
        <p:spPr>
          <a:xfrm>
            <a:off x="5317732" y="604580"/>
            <a:ext cx="4843409" cy="346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500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90B-F773-435D-89F2-83D4EBF8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411020" cy="1325563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Water Bottles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DAFA8A-5B33-4A23-B26A-C63B3BAECD0F}"/>
              </a:ext>
            </a:extLst>
          </p:cNvPr>
          <p:cNvSpPr txBox="1"/>
          <p:nvPr/>
        </p:nvSpPr>
        <p:spPr>
          <a:xfrm>
            <a:off x="322915" y="4659158"/>
            <a:ext cx="76329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Code: CG-7667-BE   --- Item Desc: </a:t>
            </a:r>
            <a:r>
              <a:rPr lang="en-US" dirty="0" err="1"/>
              <a:t>WaterBtl</a:t>
            </a:r>
            <a:r>
              <a:rPr lang="en-US" dirty="0"/>
              <a:t> REFORMSQUEEZE Blue 0.9 L</a:t>
            </a:r>
          </a:p>
          <a:p>
            <a:r>
              <a:rPr lang="en-US" dirty="0"/>
              <a:t>Item Code: CG-7667-GN    --- Item Desc: </a:t>
            </a:r>
            <a:r>
              <a:rPr lang="en-US" dirty="0" err="1"/>
              <a:t>WaterBtl</a:t>
            </a:r>
            <a:r>
              <a:rPr lang="en-US" dirty="0"/>
              <a:t> REFORMSQUEEZE Green 0.9 L</a:t>
            </a:r>
          </a:p>
          <a:p>
            <a:r>
              <a:rPr lang="en-US" dirty="0"/>
              <a:t>Item Code: CG-7667-PK   --- Item Desc: </a:t>
            </a:r>
            <a:r>
              <a:rPr lang="en-US" dirty="0" err="1"/>
              <a:t>WaterBtl</a:t>
            </a:r>
            <a:r>
              <a:rPr lang="en-US" dirty="0"/>
              <a:t> REFORMSQUEEZE Pink 0.9 L</a:t>
            </a:r>
          </a:p>
          <a:p>
            <a:r>
              <a:rPr lang="en-US" dirty="0"/>
              <a:t>VAT: 16%</a:t>
            </a:r>
          </a:p>
          <a:p>
            <a:r>
              <a:rPr lang="en-US" dirty="0"/>
              <a:t>RP: 4.00 JD’s (inc VAT)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A7186F-F12D-4AD8-B8A6-A3728CFE6E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172" t="11618" r="19198" b="15752"/>
          <a:stretch/>
        </p:blipFill>
        <p:spPr>
          <a:xfrm>
            <a:off x="6524089" y="215930"/>
            <a:ext cx="4304873" cy="430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110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90B-F773-435D-89F2-83D4EBF8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411020" cy="1325563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Water Bottles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DAFA8A-5B33-4A23-B26A-C63B3BAECD0F}"/>
              </a:ext>
            </a:extLst>
          </p:cNvPr>
          <p:cNvSpPr txBox="1"/>
          <p:nvPr/>
        </p:nvSpPr>
        <p:spPr>
          <a:xfrm>
            <a:off x="322915" y="4659158"/>
            <a:ext cx="88649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Code: CG-Z07244-BUR   --- Item Desc: </a:t>
            </a:r>
            <a:r>
              <a:rPr lang="en-US" dirty="0" err="1"/>
              <a:t>WaterBtl</a:t>
            </a:r>
            <a:r>
              <a:rPr lang="en-US" dirty="0"/>
              <a:t> 24 oz Adults </a:t>
            </a:r>
            <a:r>
              <a:rPr lang="en-US" dirty="0" err="1"/>
              <a:t>Treadz</a:t>
            </a:r>
            <a:r>
              <a:rPr lang="en-US" dirty="0"/>
              <a:t> Sipper PK </a:t>
            </a:r>
            <a:r>
              <a:rPr lang="en-US" dirty="0" err="1"/>
              <a:t>Burgandy</a:t>
            </a:r>
            <a:r>
              <a:rPr lang="en-US" dirty="0"/>
              <a:t> </a:t>
            </a:r>
          </a:p>
          <a:p>
            <a:r>
              <a:rPr lang="en-US" dirty="0"/>
              <a:t>Item Code: CG-Z07245-PE     --- Item Desc: </a:t>
            </a:r>
            <a:r>
              <a:rPr lang="en-US" dirty="0" err="1"/>
              <a:t>WaterBtl</a:t>
            </a:r>
            <a:r>
              <a:rPr lang="en-US" dirty="0"/>
              <a:t> 24 oz Adults </a:t>
            </a:r>
            <a:r>
              <a:rPr lang="en-US" dirty="0" err="1"/>
              <a:t>Treadz</a:t>
            </a:r>
            <a:r>
              <a:rPr lang="en-US" dirty="0"/>
              <a:t> Sipper GY Purple </a:t>
            </a:r>
          </a:p>
          <a:p>
            <a:r>
              <a:rPr lang="en-US" dirty="0"/>
              <a:t>VAT: 16%</a:t>
            </a:r>
          </a:p>
          <a:p>
            <a:r>
              <a:rPr lang="en-US" dirty="0"/>
              <a:t>RP: 13.75 JD’s (inc VAT)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FBA8AD-9691-4DD3-BFF6-14C450D0A4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662" t="1800" r="19958" b="1"/>
          <a:stretch/>
        </p:blipFill>
        <p:spPr>
          <a:xfrm>
            <a:off x="5363109" y="217677"/>
            <a:ext cx="2260316" cy="44949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4BD714-366D-44CF-8A93-696A72177EC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1445" r="27374"/>
          <a:stretch/>
        </p:blipFill>
        <p:spPr>
          <a:xfrm>
            <a:off x="9287837" y="670487"/>
            <a:ext cx="1736334" cy="421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358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1156</TotalTime>
  <Words>851</Words>
  <Application>Microsoft Office PowerPoint</Application>
  <PresentationFormat>Widescreen</PresentationFormat>
  <Paragraphs>96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Water Bottles</vt:lpstr>
      <vt:lpstr>Water Bottles</vt:lpstr>
      <vt:lpstr>Water Bottles</vt:lpstr>
      <vt:lpstr>Water Bottles</vt:lpstr>
      <vt:lpstr>Water Bottles</vt:lpstr>
      <vt:lpstr>Water Bottles</vt:lpstr>
      <vt:lpstr>Water Bottles</vt:lpstr>
      <vt:lpstr>Water Bottles</vt:lpstr>
      <vt:lpstr>Water Bottles</vt:lpstr>
      <vt:lpstr>Water Bottles</vt:lpstr>
      <vt:lpstr>Water Bottles</vt:lpstr>
      <vt:lpstr>Water Bottles</vt:lpstr>
      <vt:lpstr>Water Bottles</vt:lpstr>
      <vt:lpstr>Water Bottles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Carlos Najm</dc:creator>
  <cp:lastModifiedBy>Carlos Najm</cp:lastModifiedBy>
  <cp:revision>217</cp:revision>
  <dcterms:created xsi:type="dcterms:W3CDTF">2024-03-23T10:43:50Z</dcterms:created>
  <dcterms:modified xsi:type="dcterms:W3CDTF">2025-12-22T12:06:50Z</dcterms:modified>
</cp:coreProperties>
</file>