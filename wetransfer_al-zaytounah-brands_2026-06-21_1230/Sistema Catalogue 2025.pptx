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363" r:id="rId4"/>
    <p:sldId id="369" r:id="rId5"/>
    <p:sldId id="392" r:id="rId6"/>
    <p:sldId id="393" r:id="rId7"/>
    <p:sldId id="371" r:id="rId8"/>
    <p:sldId id="373" r:id="rId9"/>
    <p:sldId id="374" r:id="rId10"/>
    <p:sldId id="375" r:id="rId11"/>
    <p:sldId id="376" r:id="rId12"/>
    <p:sldId id="377" r:id="rId13"/>
    <p:sldId id="380" r:id="rId14"/>
    <p:sldId id="382" r:id="rId15"/>
    <p:sldId id="386" r:id="rId16"/>
    <p:sldId id="387" r:id="rId17"/>
    <p:sldId id="388" r:id="rId18"/>
    <p:sldId id="389" r:id="rId19"/>
    <p:sldId id="390" r:id="rId20"/>
    <p:sldId id="391" r:id="rId21"/>
    <p:sldId id="3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4BBD6-DAE9-4C1B-A08B-D514E75A9C9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9594-BDD3-4691-AA6E-1A02F4A6C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7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F1B2-380D-4EB8-92E3-DD0FDC06F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26B45-9BA0-4DA4-A90B-CDD8C599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77A3-CDF3-48F9-A3F4-54F4643B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FCFDE-4289-4596-B468-33DD8C78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E78A-EACA-4D6F-9E57-8130D33A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D643-6FFD-44E9-BBDA-65FF1593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080F-3882-4D57-A2D7-F2316B62B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DE219-68BF-48FB-8CF8-9A7E6E6F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21851-CE5E-4945-90C0-605797FF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A9E2-0B6F-4C15-92C6-193F01FF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8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7A1D-89E4-4B1C-A7B4-F2819AD1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ACB82-81BB-47AD-BD18-8B603897C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C6B7-89D8-4AD6-AB50-6082ABBF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7F9F6-A663-48D8-81EB-948DB9F7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C5805-FAE0-4880-A8F9-8B6BA008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8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8FB9-9543-44A9-BD0E-14E1655E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FAD80-E4D0-4250-B639-09C8F22F7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5E95B-D4B5-47D4-AFDC-C10508D72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6F0CA-C26F-4586-AD30-B7244D89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90921-CE13-4C91-9F42-E81FF87A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AB3B-9630-4530-AC44-5A93BA3E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55B9-19CA-4C4D-AB68-CF9E9E88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1F55-CDE8-44CB-868F-324CF14AE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72B4-77E6-4CB1-ADFD-58B8CC0A6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1CA7A-E3C8-4D6C-B11D-388A67C4D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06E1C-85F6-4948-AA45-C4BA52322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3755F-56CB-48DF-9FD6-B0B1C4CC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8E99D-619F-460C-B083-9675D372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B8E2A-D8FB-4424-AE0C-B3409C52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4D9F-2206-40CB-8DD7-18D9ECCE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B8DF7-276C-4C3B-8C9F-8FD2BF88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7B90F-D2CC-49E3-A768-42063639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CE6F7-D183-4F61-86CE-B0E2B33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9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6943C-9D25-4ECB-8418-6A969898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DE951-85EA-4527-8013-E8F39A75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2BC73-CFA5-4ADB-9B54-3D70115B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6D06-FD2A-45FF-B6F6-96E021B9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E530-1FBC-4E5A-B06F-A82BA17B0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BC943-9D0F-4589-B1BB-1E3A8BCE1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88536-584E-4B8B-9756-14C9F58E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E70C1-F10F-4E04-89FB-B08B5D1D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F376A-913C-4A32-8387-20FF0833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6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41DB-D151-4704-9DEF-AD0F4678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E997D-0A9C-4B01-8326-C8ACD22EB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52891-C40F-4113-B5F1-488E76AF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31082-BC76-40E1-B105-115FE8AD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F24F7-E6F8-4786-AD91-E11157C3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0BD92-169D-4F69-9619-5A587EC0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7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58AE-67F3-4A84-B6BE-0588853F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6C684-EAFC-47B8-BFC7-DDD2C5798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81050-2417-4CAD-A79F-F71F3B17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2AC0-54CE-4137-9C8F-E87D4976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2643C-3115-4BC0-B191-7A2DCF1B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2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BCCE0-0A5A-4593-A6D2-B0C02F2D0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7B6B3-6913-4D77-8FCD-A5E617617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9C98-84C1-4BB8-9C59-8D6BBF90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294E-926C-4CBB-AF53-02192A2C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DAE0-FBD6-41EC-B571-3704B318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0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83D57-FA50-4C35-A773-E5410770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19F8-48DF-49AD-AC6B-B560105C6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D11F-AB14-443E-8896-9C1DB2B43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AE31-E0B6-497E-BA12-80ABE580CEE0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07812-93E6-4910-AF5D-38196DB58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C997-12DA-404B-80BF-2F18D685E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9D699-C910-4A99-8318-D776BCD08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3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8899D-383E-4219-B253-5E7A4A25BAF2}"/>
              </a:ext>
            </a:extLst>
          </p:cNvPr>
          <p:cNvSpPr txBox="1"/>
          <p:nvPr/>
        </p:nvSpPr>
        <p:spPr>
          <a:xfrm>
            <a:off x="1383835" y="3597999"/>
            <a:ext cx="9856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sz="4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Zaytounah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Home &amp; Office Supplies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32483-F605-472C-AF33-EBE881680960}"/>
              </a:ext>
            </a:extLst>
          </p:cNvPr>
          <p:cNvSpPr txBox="1"/>
          <p:nvPr/>
        </p:nvSpPr>
        <p:spPr>
          <a:xfrm>
            <a:off x="3586340" y="4907279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Catalogue –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541A2-016D-4D86-92E1-B547699AF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464" y="1513567"/>
            <a:ext cx="56197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AE718-CE5B-4C9C-B8DD-B8F203F415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29" r="462" b="17753"/>
          <a:stretch/>
        </p:blipFill>
        <p:spPr>
          <a:xfrm>
            <a:off x="334766" y="1423069"/>
            <a:ext cx="7679805" cy="4854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892AC-9896-4EE0-BD08-845BDE3275B3}"/>
              </a:ext>
            </a:extLst>
          </p:cNvPr>
          <p:cNvSpPr txBox="1"/>
          <p:nvPr/>
        </p:nvSpPr>
        <p:spPr>
          <a:xfrm>
            <a:off x="7197903" y="1958820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SIS/40920</a:t>
            </a:r>
          </a:p>
          <a:p>
            <a:r>
              <a:rPr lang="en-US" dirty="0"/>
              <a:t>Item Desc: Sistema Triple Split Lunch &amp; Yogurt VAT: 16%</a:t>
            </a:r>
          </a:p>
          <a:p>
            <a:r>
              <a:rPr lang="en-US" dirty="0"/>
              <a:t>RP: 10.50 JD’s (inc VAT)</a:t>
            </a:r>
          </a:p>
        </p:txBody>
      </p:sp>
    </p:spTree>
    <p:extLst>
      <p:ext uri="{BB962C8B-B14F-4D97-AF65-F5344CB8AC3E}">
        <p14:creationId xmlns:p14="http://schemas.microsoft.com/office/powerpoint/2010/main" val="308338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6679193" y="5188631"/>
            <a:ext cx="35982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SIS/21356</a:t>
            </a:r>
          </a:p>
          <a:p>
            <a:r>
              <a:rPr lang="en-US" dirty="0"/>
              <a:t>Item Desc: Sistema 1.1L Salad To Go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8.50 JD’s (inc VAT)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3C846-7A79-4436-8B7B-89FF284C0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30" t="19490" r="6454" b="17153"/>
          <a:stretch/>
        </p:blipFill>
        <p:spPr>
          <a:xfrm>
            <a:off x="316404" y="1107151"/>
            <a:ext cx="3153028" cy="2325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387411-4124-47C7-ACE5-08286D0ABC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022" r="387" b="21947"/>
          <a:stretch/>
        </p:blipFill>
        <p:spPr>
          <a:xfrm>
            <a:off x="746781" y="3842897"/>
            <a:ext cx="3665250" cy="26914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37E2AF-FA71-49FD-B8C8-BB3A9942D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031" y="323635"/>
            <a:ext cx="3971681" cy="397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0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50254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SIS/21610</a:t>
            </a:r>
          </a:p>
          <a:p>
            <a:r>
              <a:rPr lang="en-US" dirty="0"/>
              <a:t>Item Desc: Sistema 1.24L Lunch Stack To Go Square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8.00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BEE15-109A-4CB4-8AAC-A3E35C494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978" y="565181"/>
            <a:ext cx="5206467" cy="4535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61878A-3173-4797-A490-1B614E1963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472" r="888" b="21948"/>
          <a:stretch/>
        </p:blipFill>
        <p:spPr>
          <a:xfrm>
            <a:off x="704723" y="1428305"/>
            <a:ext cx="4148319" cy="30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8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3756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SIS/21675</a:t>
            </a:r>
          </a:p>
          <a:p>
            <a:r>
              <a:rPr lang="en-US" dirty="0"/>
              <a:t>Item Desc: Sistema 1.1L Ribbon Lunch To Go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7.50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36EC4-6736-44E2-9E83-B673D218D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27715" r="-199" b="28539"/>
          <a:stretch/>
        </p:blipFill>
        <p:spPr>
          <a:xfrm>
            <a:off x="832398" y="1325563"/>
            <a:ext cx="5263602" cy="3000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C15D76-1FD7-49D2-B185-D24D078807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6582" r="3405" b="21728"/>
          <a:stretch/>
        </p:blipFill>
        <p:spPr>
          <a:xfrm>
            <a:off x="7256349" y="1325563"/>
            <a:ext cx="4103253" cy="343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6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120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SIS/31651</a:t>
            </a:r>
          </a:p>
          <a:p>
            <a:r>
              <a:rPr lang="en-US" dirty="0"/>
              <a:t>Item Desc: Sistema 1.2L Lunch Plus Lunch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4.50 JD’s (inc VAT)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26E564-D745-4455-9499-7B18A34EBA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91" r="642" b="23558"/>
          <a:stretch/>
        </p:blipFill>
        <p:spPr>
          <a:xfrm>
            <a:off x="3952874" y="662780"/>
            <a:ext cx="3631910" cy="2595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02ACB-6C43-46DE-8B09-261539F8F1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76" r="4052" b="14721"/>
          <a:stretch/>
        </p:blipFill>
        <p:spPr>
          <a:xfrm>
            <a:off x="7696577" y="620177"/>
            <a:ext cx="3631910" cy="2808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9D000A-3477-45D8-8310-356F1DCD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769" y="3172940"/>
            <a:ext cx="3337763" cy="3337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0E3AD3-42B4-4DAF-BC29-3E5456AE3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25" y="1622779"/>
            <a:ext cx="3759049" cy="28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1648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SIS/21671</a:t>
            </a:r>
          </a:p>
          <a:p>
            <a:r>
              <a:rPr lang="en-US" dirty="0"/>
              <a:t>Item Desc: Sistema 1.76L Bento Box To Go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12.00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16BB7-EBD5-4ABD-B1AA-B130D73D88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80" t="31161" r="6059" b="23520"/>
          <a:stretch/>
        </p:blipFill>
        <p:spPr>
          <a:xfrm>
            <a:off x="5763552" y="976044"/>
            <a:ext cx="5976620" cy="4108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AF722-BF13-47EC-8316-43FC8CA7CB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57" r="4957" b="25857"/>
          <a:stretch/>
        </p:blipFill>
        <p:spPr>
          <a:xfrm>
            <a:off x="173677" y="1374650"/>
            <a:ext cx="4891483" cy="248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1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305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SIS/21685</a:t>
            </a:r>
          </a:p>
          <a:p>
            <a:r>
              <a:rPr lang="en-US" dirty="0"/>
              <a:t>Item Desc: Sistema 1.25L Bento Cube To Go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10.00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7D1BD-6F55-49D1-99D8-3B043A08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8" y="2404153"/>
            <a:ext cx="3002012" cy="1972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29AFE-D9EC-4E30-BBBF-9270E338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270" y="657790"/>
            <a:ext cx="3143302" cy="1828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3E0C3-5AF4-4B05-8A2E-233FE0FDDF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8" t="11889" b="14114"/>
          <a:stretch/>
        </p:blipFill>
        <p:spPr>
          <a:xfrm>
            <a:off x="8655478" y="349842"/>
            <a:ext cx="3165891" cy="1828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4469A4-9930-4943-B83F-E9F72DB737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89" t="25676" r="12103" b="24921"/>
          <a:stretch/>
        </p:blipFill>
        <p:spPr>
          <a:xfrm>
            <a:off x="8163358" y="2706378"/>
            <a:ext cx="3295165" cy="2100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6C8EA4-B8C0-40AC-9D4F-0CAE1E4278C3}"/>
              </a:ext>
            </a:extLst>
          </p:cNvPr>
          <p:cNvSpPr txBox="1"/>
          <p:nvPr/>
        </p:nvSpPr>
        <p:spPr>
          <a:xfrm>
            <a:off x="6543655" y="5114601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SIS/41685</a:t>
            </a:r>
          </a:p>
          <a:p>
            <a:r>
              <a:rPr lang="en-US" dirty="0"/>
              <a:t>Item Desc: Sistema 1.25L Bento Cube Lunch</a:t>
            </a:r>
            <a:endParaRPr lang="sv-SE" dirty="0"/>
          </a:p>
          <a:p>
            <a:r>
              <a:rPr lang="en-US" dirty="0"/>
              <a:t>VAT: 16%</a:t>
            </a:r>
          </a:p>
          <a:p>
            <a:r>
              <a:rPr lang="en-US" dirty="0"/>
              <a:t>RP: 10.00 JD’s (inc VAT)</a:t>
            </a:r>
          </a:p>
        </p:txBody>
      </p:sp>
    </p:spTree>
    <p:extLst>
      <p:ext uri="{BB962C8B-B14F-4D97-AF65-F5344CB8AC3E}">
        <p14:creationId xmlns:p14="http://schemas.microsoft.com/office/powerpoint/2010/main" val="92473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384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SIS/21690</a:t>
            </a:r>
          </a:p>
          <a:p>
            <a:r>
              <a:rPr lang="en-US" dirty="0"/>
              <a:t>Item Desc: Sistema 1.65L Bento Lunch To Go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11.00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B67F2-0C05-462D-AFB7-9611BD4F14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221" r="1660" b="20300"/>
          <a:stretch/>
        </p:blipFill>
        <p:spPr>
          <a:xfrm>
            <a:off x="173677" y="1900718"/>
            <a:ext cx="3703009" cy="2126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B9C11-F86D-4B45-A70D-A94E4607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01" y="1659661"/>
            <a:ext cx="2671520" cy="1440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DCD565-8A10-48B1-95FA-E75943B1B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718" y="1090287"/>
            <a:ext cx="2730813" cy="1440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40D33-85CC-4DD1-BC00-EC2B16C3F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081" y="3246634"/>
            <a:ext cx="3155540" cy="1691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F1FFAD-020F-47AB-9E65-30BEBA276112}"/>
              </a:ext>
            </a:extLst>
          </p:cNvPr>
          <p:cNvSpPr txBox="1"/>
          <p:nvPr/>
        </p:nvSpPr>
        <p:spPr>
          <a:xfrm>
            <a:off x="6687492" y="5167548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SIS/41690</a:t>
            </a:r>
          </a:p>
          <a:p>
            <a:r>
              <a:rPr lang="en-US" dirty="0"/>
              <a:t>Item Desc: Sistema 1.65L Bento Lunch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11.00 JD’s (inc VAT)</a:t>
            </a:r>
          </a:p>
        </p:txBody>
      </p:sp>
    </p:spTree>
    <p:extLst>
      <p:ext uri="{BB962C8B-B14F-4D97-AF65-F5344CB8AC3E}">
        <p14:creationId xmlns:p14="http://schemas.microsoft.com/office/powerpoint/2010/main" val="338114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105291"/>
            <a:ext cx="5173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Code: SIS/21710</a:t>
            </a:r>
          </a:p>
          <a:p>
            <a:r>
              <a:rPr lang="en-US" dirty="0"/>
              <a:t>Item Desc: Sistema 1.8L Lunch Stack To Go Rectangle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9.00 JD’s (inc VAT)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CB7FF-04CE-47A2-A9EF-0A8AA5DD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50" y="1361718"/>
            <a:ext cx="3876675" cy="2562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26C90B-55AB-4C1C-AF74-229573B4F9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69" t="14603" r="25970" b="21861"/>
          <a:stretch/>
        </p:blipFill>
        <p:spPr>
          <a:xfrm>
            <a:off x="6328880" y="1431229"/>
            <a:ext cx="4364020" cy="30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5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78E6A-E7B7-498C-A667-477B93A333F4}"/>
              </a:ext>
            </a:extLst>
          </p:cNvPr>
          <p:cNvSpPr txBox="1"/>
          <p:nvPr/>
        </p:nvSpPr>
        <p:spPr>
          <a:xfrm>
            <a:off x="6556922" y="5185449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SIS/31735</a:t>
            </a:r>
          </a:p>
          <a:p>
            <a:r>
              <a:rPr lang="en-US" dirty="0"/>
              <a:t>Item Desc: Sistema 1.4L Lunch Cube </a:t>
            </a:r>
            <a:r>
              <a:rPr lang="en-US" dirty="0" err="1"/>
              <a:t>Coloured</a:t>
            </a:r>
            <a:endParaRPr lang="en-US" dirty="0"/>
          </a:p>
          <a:p>
            <a:r>
              <a:rPr lang="en-US" dirty="0"/>
              <a:t>VAT: 16%</a:t>
            </a:r>
          </a:p>
          <a:p>
            <a:r>
              <a:rPr lang="en-US" dirty="0"/>
              <a:t>RP: 6.00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183C0-C07A-476B-830D-B989EAEC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9" y="1123286"/>
            <a:ext cx="5494533" cy="549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9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E11FC-1AE1-4F92-8E9D-9ED56BEC037C}"/>
              </a:ext>
            </a:extLst>
          </p:cNvPr>
          <p:cNvSpPr txBox="1"/>
          <p:nvPr/>
        </p:nvSpPr>
        <p:spPr>
          <a:xfrm>
            <a:off x="6834269" y="5164918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SIS/41745</a:t>
            </a:r>
          </a:p>
          <a:p>
            <a:r>
              <a:rPr lang="en-US" dirty="0"/>
              <a:t>Item Desc: Sistema Lunch Cube Max With Yogurt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9.00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FC5B0-D162-45AC-8B50-5B48B966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65" y="1325563"/>
            <a:ext cx="3718578" cy="2662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CBB7C2-AC55-4D9E-88B3-BFD3467798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33" r="-845" b="8068"/>
          <a:stretch/>
        </p:blipFill>
        <p:spPr>
          <a:xfrm>
            <a:off x="5283058" y="174659"/>
            <a:ext cx="5763262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6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SIS/3965</a:t>
            </a:r>
          </a:p>
          <a:p>
            <a:r>
              <a:rPr lang="en-US" dirty="0"/>
              <a:t>Item Desc: Sistema 1.5L Slimline </a:t>
            </a:r>
            <a:r>
              <a:rPr lang="en-US" dirty="0" err="1"/>
              <a:t>Quaddie</a:t>
            </a:r>
            <a:endParaRPr lang="en-US" dirty="0"/>
          </a:p>
          <a:p>
            <a:r>
              <a:rPr lang="en-US" dirty="0"/>
              <a:t>VAT: 16%</a:t>
            </a:r>
          </a:p>
          <a:p>
            <a:r>
              <a:rPr lang="en-US" dirty="0"/>
              <a:t>RP: 10.50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AA655-8E5A-4101-9988-FAB9459D8C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29" r="1811" b="17303"/>
          <a:stretch/>
        </p:blipFill>
        <p:spPr>
          <a:xfrm>
            <a:off x="4376791" y="441788"/>
            <a:ext cx="6873412" cy="46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4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Boxes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SIS/41482</a:t>
            </a:r>
          </a:p>
          <a:p>
            <a:r>
              <a:rPr lang="en-US" dirty="0"/>
              <a:t>Item Desc: </a:t>
            </a:r>
            <a:r>
              <a:rPr lang="sv-SE" dirty="0"/>
              <a:t>Sistema 975ml Snack Attack Duo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8.00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49F63-2F65-4FAE-B59B-68C3F0BAAB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01" t="28764" r="11398" b="27191"/>
          <a:stretch/>
        </p:blipFill>
        <p:spPr>
          <a:xfrm>
            <a:off x="790127" y="1802873"/>
            <a:ext cx="3946260" cy="2189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34BE4B-A24C-4F30-84D3-7359D24117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464" r="-405" b="29138"/>
          <a:stretch/>
        </p:blipFill>
        <p:spPr>
          <a:xfrm>
            <a:off x="6625848" y="3943976"/>
            <a:ext cx="4245935" cy="2341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DDCA69-980E-4503-AAB7-D45EBED6DA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464" r="182" b="29289"/>
          <a:stretch/>
        </p:blipFill>
        <p:spPr>
          <a:xfrm>
            <a:off x="6230281" y="572928"/>
            <a:ext cx="4245935" cy="234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0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Bags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SIS/4585</a:t>
            </a:r>
          </a:p>
          <a:p>
            <a:r>
              <a:rPr lang="en-US" dirty="0"/>
              <a:t>Item Desc: Sistema Bento Lunch Bag To Go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12.50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D4E27-12EF-4C5F-9EFA-34162AD10E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26" r="-998" b="17158"/>
          <a:stretch/>
        </p:blipFill>
        <p:spPr>
          <a:xfrm>
            <a:off x="392859" y="1685621"/>
            <a:ext cx="3054235" cy="2546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07BB6-3BDC-4B11-B01E-5706BAC0F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72" t="14486" r="10193" b="17616"/>
          <a:stretch/>
        </p:blipFill>
        <p:spPr>
          <a:xfrm>
            <a:off x="4510354" y="1325563"/>
            <a:ext cx="2878571" cy="244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3E522F-96F2-4E7B-83C8-FFF1615E50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23601" r="103" b="24775"/>
          <a:stretch/>
        </p:blipFill>
        <p:spPr>
          <a:xfrm>
            <a:off x="8090685" y="1653943"/>
            <a:ext cx="3472186" cy="23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90240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Lunch Bags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4788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SIS/4591</a:t>
            </a:r>
          </a:p>
          <a:p>
            <a:r>
              <a:rPr lang="en-US" dirty="0"/>
              <a:t>Item Desc: Sistema Mega Fold Up Cooler Bag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16.50 JD’s (inc VAT)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4ECED-562B-4F96-A884-0410C7D6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7" y="1185852"/>
            <a:ext cx="2781150" cy="2477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4D1495-DBF3-4BE8-8AC9-28A6DB8D7A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50" t="15124" r="12767" b="15843"/>
          <a:stretch/>
        </p:blipFill>
        <p:spPr>
          <a:xfrm>
            <a:off x="4232953" y="1185852"/>
            <a:ext cx="2769790" cy="2477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342BDB-967E-4AD6-982D-F6BE702EE4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13590" r="653" b="16738"/>
          <a:stretch/>
        </p:blipFill>
        <p:spPr>
          <a:xfrm>
            <a:off x="8045456" y="1292172"/>
            <a:ext cx="3142160" cy="288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3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26778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5066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SIS/520</a:t>
            </a:r>
          </a:p>
          <a:p>
            <a:r>
              <a:rPr lang="en-US" dirty="0"/>
              <a:t>Item Desc: Sistema 600ml Chic Stainless Steel Bottle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26.00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B970E-AD64-4B8F-B77C-5D889C6CC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11" t="7115" r="36049" b="7240"/>
          <a:stretch/>
        </p:blipFill>
        <p:spPr>
          <a:xfrm>
            <a:off x="4109662" y="211584"/>
            <a:ext cx="1695235" cy="4948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AE5492-35DE-4B2D-925B-92C58FF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33" t="8354" r="25480" b="4869"/>
          <a:stretch/>
        </p:blipFill>
        <p:spPr>
          <a:xfrm>
            <a:off x="7619271" y="665395"/>
            <a:ext cx="3482939" cy="59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3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26778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5066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SIS/550</a:t>
            </a:r>
          </a:p>
          <a:p>
            <a:r>
              <a:rPr lang="en-US" dirty="0"/>
              <a:t>Item Desc: Sistema 500ml Stainless Steel Bottle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19.00 JD’s (inc VAT)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0CC52-442C-4C43-90C4-E11F5E45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97" y="1434787"/>
            <a:ext cx="5194440" cy="3116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E597BD-AA4D-4A96-903D-1AA4F79782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86" r="20287"/>
          <a:stretch/>
        </p:blipFill>
        <p:spPr>
          <a:xfrm>
            <a:off x="6601064" y="412033"/>
            <a:ext cx="4680710" cy="57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37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26778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84743"/>
            <a:ext cx="5066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SIS/585</a:t>
            </a:r>
          </a:p>
          <a:p>
            <a:r>
              <a:rPr lang="en-US" dirty="0"/>
              <a:t>Item Desc: Sistema 1L Stainless Steel Bottle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37.00 JD’s (inc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9E097-1705-40E2-92E7-8D9A877AE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65" r="29330"/>
          <a:stretch/>
        </p:blipFill>
        <p:spPr>
          <a:xfrm>
            <a:off x="4342913" y="123291"/>
            <a:ext cx="1862294" cy="5476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E560E5-59C0-4F92-80EC-5B4EECCE0E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09" t="3145" r="17148" b="5019"/>
          <a:stretch/>
        </p:blipFill>
        <p:spPr>
          <a:xfrm>
            <a:off x="6887102" y="123290"/>
            <a:ext cx="1765958" cy="54765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E44610-1944-4942-80C9-FAE4FF1301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97" t="1498" r="28514"/>
          <a:stretch/>
        </p:blipFill>
        <p:spPr>
          <a:xfrm>
            <a:off x="9320043" y="123290"/>
            <a:ext cx="1765958" cy="538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75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26778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95017"/>
            <a:ext cx="5066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SIS/680</a:t>
            </a:r>
          </a:p>
          <a:p>
            <a:r>
              <a:rPr lang="en-US" dirty="0"/>
              <a:t>Item Desc: Sistema 900ml </a:t>
            </a:r>
            <a:r>
              <a:rPr lang="en-US" dirty="0" err="1"/>
              <a:t>Tritan</a:t>
            </a:r>
            <a:r>
              <a:rPr lang="en-US" dirty="0"/>
              <a:t> </a:t>
            </a:r>
            <a:r>
              <a:rPr lang="en-US" dirty="0" err="1"/>
              <a:t>Adventum</a:t>
            </a:r>
            <a:r>
              <a:rPr lang="en-US" dirty="0"/>
              <a:t> Bottle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13.00 JD’s (inc VAT)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D17EE-A0ED-4DD7-9092-55F635EFF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60" t="2095" r="34010"/>
          <a:stretch/>
        </p:blipFill>
        <p:spPr>
          <a:xfrm>
            <a:off x="3935001" y="359595"/>
            <a:ext cx="1633591" cy="4856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7DF79-CFB9-40E6-AAF9-3F76DDBFB1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030" t="-1" r="28551" b="-1"/>
          <a:stretch/>
        </p:blipFill>
        <p:spPr>
          <a:xfrm>
            <a:off x="6497967" y="184936"/>
            <a:ext cx="1780270" cy="5352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92E51B-1224-43C4-A03C-EFB99CD707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96" r="28309" b="1423"/>
          <a:stretch/>
        </p:blipFill>
        <p:spPr>
          <a:xfrm>
            <a:off x="9207612" y="0"/>
            <a:ext cx="2258002" cy="647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53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90B-F773-435D-89F2-83D4EBF8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26778" cy="1325563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Water Bottles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BB529-6195-4E51-90EB-D0FEB6B60B6D}"/>
              </a:ext>
            </a:extLst>
          </p:cNvPr>
          <p:cNvSpPr txBox="1"/>
          <p:nvPr/>
        </p:nvSpPr>
        <p:spPr>
          <a:xfrm>
            <a:off x="173677" y="5095017"/>
            <a:ext cx="5066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Code: SIS/685</a:t>
            </a:r>
          </a:p>
          <a:p>
            <a:r>
              <a:rPr lang="en-US" dirty="0"/>
              <a:t>Item Desc: 900 ml Twist &amp; Chug </a:t>
            </a:r>
          </a:p>
          <a:p>
            <a:r>
              <a:rPr lang="en-US" dirty="0"/>
              <a:t>VAT: 16%</a:t>
            </a:r>
          </a:p>
          <a:p>
            <a:r>
              <a:rPr lang="en-US" dirty="0"/>
              <a:t>RP: 9.50 JD’s (</a:t>
            </a:r>
            <a:r>
              <a:rPr lang="en-US" dirty="0" err="1"/>
              <a:t>inc</a:t>
            </a:r>
            <a:r>
              <a:rPr lang="en-US" dirty="0"/>
              <a:t> VAT)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54FF6-D3F0-43B3-905F-A683E55F3A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54" t="3146" r="7003" b="3971"/>
          <a:stretch/>
        </p:blipFill>
        <p:spPr>
          <a:xfrm>
            <a:off x="4434460" y="562654"/>
            <a:ext cx="7216436" cy="58562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4A9144-0E82-458C-B3D4-675A8394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82" y="1762983"/>
            <a:ext cx="2664630" cy="263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7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634</Words>
  <Application>Microsoft Office PowerPoint</Application>
  <PresentationFormat>Widescreen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Boxes</vt:lpstr>
      <vt:lpstr>Lunch Bags</vt:lpstr>
      <vt:lpstr>Lunch Bags</vt:lpstr>
      <vt:lpstr>Water Bottles</vt:lpstr>
      <vt:lpstr>Water Bottles</vt:lpstr>
      <vt:lpstr>Water Bottles</vt:lpstr>
      <vt:lpstr>Water Bottles</vt:lpstr>
      <vt:lpstr>Water Bottles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Najm</dc:creator>
  <cp:lastModifiedBy>Carlos Najm</cp:lastModifiedBy>
  <cp:revision>200</cp:revision>
  <dcterms:created xsi:type="dcterms:W3CDTF">2024-03-23T10:43:50Z</dcterms:created>
  <dcterms:modified xsi:type="dcterms:W3CDTF">2025-06-13T05:41:43Z</dcterms:modified>
</cp:coreProperties>
</file>